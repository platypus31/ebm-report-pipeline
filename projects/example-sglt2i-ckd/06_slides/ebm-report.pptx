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A5C"/>
                </a:solidFill>
              </a:defRPr>
            </a:pPr>
            <a:r>
              <a:t>SGLT2 抑制劑在 CKD 合併第二型糖尿病患者的腎臟保護效果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E86C1"/>
                </a:solidFill>
              </a:defRPr>
            </a:pPr>
            <a:r>
              <a:t>範例報告者 | 2026-04-05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問題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Metformin 1000mg BID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Glimepiride 2mg QD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Losartan 100mg QD（for hypertension + proteinuria）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Amlodipine 5mg QD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PICO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65 歲以上第二型糖尿病合併慢性腎臟病（eGFR 25-60 mL/min/1.73m²）患者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Dapagliflozin 10mg 每日一次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安慰劑（加上標準糖尿病照護）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腎功能惡化（eGFR 持續下降 ≥50%、末期腎病或腎臟相關死亡之複合結局）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問題分類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首選：CASP RCT Checklist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替代：Cochrane RoB 2.0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ACQUIRE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檢索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6S 搜尋結果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層級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資料庫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Systems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UpToDate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有 "SGLT2 inhibitors and diabetic kidney disease" 專題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Summaries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DynaMed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有相關摘要，更新至 2026-02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Syntheses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Cochrane Library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 篇 systematic review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PubMed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18 篇（移除重複後 15 篇）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Studies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Embase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搜尋策略已建構（需機構帳號）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PRISMA 篩選流程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階段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Identification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資料庫搜尋 + 其他來源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移除重複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DOI/PMID/標題比對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Screening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標題/摘要篩選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全文評估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**Included**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**3**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**最終納入分析**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收納文獻比較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標題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期刊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年份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研究類���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Dapagliflozin in Patients with Chronic K...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NEJM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RCT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Empagliflozin in Patients with Chronic K...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NEJM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RCT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SGLT2 Inhibitors for CKD: A Systematic R...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JASN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SR/MA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APPRAISE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評讀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A — Validity（效度） (1)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Q1: 此研究是否問了一個清楚明確的問題？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Q2: 受試者是否隨機分配？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Q3: 是否所有受試者都被追蹤到研究結束？ → Yes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A — Validity（效度） (2)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Q4: 受試者是否盲化？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Q5: 各組在研究開始時是否相似？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Q6: 各組是否受到同等對待？ → Yes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B — Results（結果）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Q7: 治療效果有多大？ → N/A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Q8: 效果估計有多精確？ → N/A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C — Applicability（適用性）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Q9: 結果能否應用於本地族群？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Q10: 是否考慮所有臨床重要結果？ → Yes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Q11: 效益是否超過傷害和成本？ → Yes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利益衝突檢核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通訊作者 Heerspink HJL：University Medical Center Groningen（學術機構）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部分共同作者為 AstraZeneca 員工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多位作者曾擔任 AstraZeneca 顧問或接受演講費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研究結果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Dapagliflozin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Placebo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HR (95% CI)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Primary composite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14.5%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**0.61 (0.51-0.72)**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**&lt; 0.001**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ARR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**19** (over 2.4 yr)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結局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HR (95% 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腎臟複合結局（不含 CV death）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0.56 (0.45-0.68)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應用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台灣在地化考量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台灣健保自 2024 年起已給付 Dapagliflozin (Forxiga) 用於 CKD 患者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給付條件：eGFR 25-75 mL/min/1.73m²，合併蛋白尿（UACR &gt; 200 mg/g）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每月藥費約 NT$1,200（健保價）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台灣腎臟醫學會 2024 CKD 指引已將 SGLT2i 列為第一線建議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建議在 ACEi/ARB 最大耐受劑量基礎上加入 SGLT2i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臨床回覆 (1/2)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陳先生，您的腎功能目前在中度到重度之間，加上糖尿病和蛋白尿，腎功能有持續惡化的風險。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根據目前最好的研究證據，有一種叫做「排糖藥」（Dapagliflozin）的藥物，經過四千多人的大型研究證實，可以讓腎功能惡化的風險降低大約四成。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具體來說，如果 100 位像您這樣的病人，不吃這個藥的話大約有 15 位會在兩年多內腎功能嚴重惡化，吃了這個藥可以減少到大約 9 位。也就是說，每治療 19 位病人，就能多保護 1 位的腎功能。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這個藥的安全性也不錯，最常見的副作用是泌尿道感染（約 1-2%），少數人可能有血酮酸升高的情況。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臨床回覆 (2/2)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這個藥台灣健保有給付，您的條件符合給付標準，每個月不用額外負擔藥費。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我的建議是在您目前的藥物基礎上，加入這個藥來保護腎功能。我們每三個月追蹤一次腎功能，看看效果如何。您覺得怎麼樣？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評估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總共花費時間：約 4 小時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（由評讀文獻自動產生）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